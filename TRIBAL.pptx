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Outfit"/>
      <p:bold r:id="rId14"/>
    </p:embeddedFont>
    <p:embeddedFont>
      <p:font typeface="Plus Jakarta Sans"/>
      <p:bold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lever-piroshki-ad8f8b.netlify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58605" y="2003077"/>
            <a:ext cx="3074789" cy="285750"/>
          </a:xfrm>
          <a:prstGeom prst="roundRect">
            <a:avLst>
              <a:gd name="adj" fmla="val 50000"/>
            </a:avLst>
          </a:prstGeom>
          <a:solidFill>
            <a:srgbClr val="444733"/>
          </a:solidFill>
          <a:ln w="9525">
            <a:solidFill>
              <a:srgbClr val="6D6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38512" y="4083248"/>
            <a:ext cx="5514975" cy="771525"/>
          </a:xfrm>
          <a:prstGeom prst="roundRect">
            <a:avLst>
              <a:gd name="adj" fmla="val 14814"/>
            </a:avLst>
          </a:prstGeom>
          <a:solidFill>
            <a:srgbClr val="2C3E35"/>
          </a:solidFill>
          <a:ln w="9525">
            <a:solidFill>
              <a:srgbClr val="3E4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630" y="2088802"/>
            <a:ext cx="122039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4756" y="2060227"/>
            <a:ext cx="346248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3D5B5"/>
                </a:solidFill>
                <a:latin typeface="Plus Jakarta Sans"/>
              </a:rPr>
              <a:t>DIGITAL TRIBAL TOURISM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2156" y="2479327"/>
            <a:ext cx="394768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  <a:defRPr/>
            </a:pPr>
            <a:r>
              <a:rPr sz="4200" b="1" i="0" u="none" dirty="0">
                <a:solidFill>
                  <a:srgbClr val="FFFFFF"/>
                </a:solidFill>
                <a:latin typeface="Outfit"/>
              </a:rPr>
              <a:t> TRIBAL T</a:t>
            </a:r>
            <a:r>
              <a:rPr lang="en-US" sz="4200" b="1" i="0" u="none" dirty="0">
                <a:solidFill>
                  <a:srgbClr val="FFFFFF"/>
                </a:solidFill>
                <a:latin typeface="Outfit"/>
              </a:rPr>
              <a:t>OURISM</a:t>
            </a:r>
            <a:endParaRPr sz="4200" b="1" i="0" u="none" dirty="0">
              <a:solidFill>
                <a:srgbClr val="FFFFFF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4437" y="3206948"/>
            <a:ext cx="97631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E0ECE4"/>
                </a:solidFill>
                <a:latin typeface="Plus Jakarta Sans"/>
              </a:rPr>
              <a:t>A Digital Tribal Tourism &amp; Cultural Discovery Website for Alluri Sitharama Raju District, Andhra Pradesh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7765" y="4264223"/>
            <a:ext cx="6036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3D5B5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537" y="4492823"/>
            <a:ext cx="1381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Rohinilavanya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362" y="4492823"/>
            <a:ext cx="1000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Mounika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1187" y="4492823"/>
            <a:ext cx="981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Himagiri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4492823"/>
            <a:ext cx="109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Ruthin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9037" y="4492823"/>
            <a:ext cx="1114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Udaykiran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43200"/>
            <a:ext cx="762000" cy="38100"/>
          </a:xfrm>
          <a:prstGeom prst="rect">
            <a:avLst/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9380" y="2990850"/>
            <a:ext cx="591323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1B382B"/>
                </a:solidFill>
                <a:latin typeface="Outfit"/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1156" y="3733800"/>
            <a:ext cx="8929687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526357"/>
                </a:solidFill>
                <a:latin typeface="Plus Jakarta Sans"/>
              </a:rPr>
              <a:t>A modern web platform dedicated to discovering Araku tribal tourism, rich indigenous heritage, local authentic foods, and immersive travel experiences.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387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842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297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903190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50" y="2903190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000" y="2903190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03654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3036540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350" y="303654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531840"/>
            <a:ext cx="41671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Scattered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Details about tourist places, Araku tribal heritage, food, and transport in ASR district are hard to find in a single place.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450" y="3531840"/>
            <a:ext cx="41671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Low Digital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45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Authentic cultural experiences like traditional Dhimsa tribal dances and local foods lack dynamic online presence.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3531840"/>
            <a:ext cx="38989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Guide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Visitors struggle to navigate local tourist spots or easily connect with authorized tribal tour guides online.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77951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66194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95287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3955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39851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B382B"/>
                </a:solidFill>
                <a:latin typeface="Outfit"/>
              </a:rPr>
              <a:t>Unified Tribal Tourism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76046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 single interactive platform combining tourist spot content, Google Maps, and video highlights.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34714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Interactive booking requests for verified local tribal guides in Araku Valley.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93382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Glassmorphism UI design with smooth navigation and dynamic place cards.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52050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sustainable ecotourism benefiting local indigenous communities.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3875" y="2089100"/>
            <a:ext cx="11144250" cy="332735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649587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31343" y="2649587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200102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31343" y="3200102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750617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31343" y="3750617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301132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31343" y="4301132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4851648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31343" y="4851648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056435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505920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374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404889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95540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505920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056435"/>
            <a:ext cx="171450" cy="152400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208771"/>
              </p:ext>
            </p:extLst>
          </p:nvPr>
        </p:nvGraphicFramePr>
        <p:xfrm>
          <a:off x="533400" y="2098625"/>
          <a:ext cx="10163905" cy="3308300"/>
        </p:xfrm>
        <a:graphic>
          <a:graphicData uri="http://schemas.openxmlformats.org/drawingml/2006/table">
            <a:tbl>
              <a:tblPr/>
              <a:tblGrid>
                <a:gridCol w="163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Outfit"/>
                        </a:rPr>
                        <a:t>Technology /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8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Role in Tribal T</a:t>
                      </a:r>
                      <a:r>
                        <a:rPr lang="en-US"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ourism</a:t>
                      </a:r>
                      <a:r>
                        <a:rPr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 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Semantic structure, navigation sidebar, forms, and interactive content containers.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 C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SS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Glassmorphism visual effects, responsive layout grid, animations, and custom theme.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JavaScript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Dynamic card rendering, destination search logic, form validation, and  updates.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 Google Maps API</a:t>
                      </a:r>
                    </a:p>
                  </a:txBody>
                  <a:tcPr marL="3619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Direct spot search and verified location opening in interactive external tabs.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8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 Media Integration</a:t>
                      </a:r>
                    </a:p>
                  </a:txBody>
                  <a:tcPr marL="3619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Embedded video links for tribal dances (</a:t>
                      </a:r>
                      <a:r>
                        <a:rPr sz="1200" b="0" i="0" u="none" dirty="0" err="1">
                          <a:solidFill>
                            <a:srgbClr val="3D4A41"/>
                          </a:solidFill>
                          <a:latin typeface="Plus Jakarta Sans"/>
                        </a:rPr>
                        <a:t>Dhimsa</a:t>
                      </a:r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), foods, and scenic highlights.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Technology Stack Used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858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476250"/>
            <a:ext cx="7063382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Tourist Destinations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791122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Exploring Scenic Wonders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153072"/>
            <a:ext cx="54768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D4A41"/>
                </a:solidFill>
                <a:latin typeface="Plus Jakarta Sans"/>
              </a:rPr>
              <a:t>Dynamic destination cards allow travelers to explore iconic spots across Alluri Sitharama Raju District including </a:t>
            </a:r>
            <a:r>
              <a:rPr sz="1275" b="1" i="0" u="none">
                <a:solidFill>
                  <a:srgbClr val="3D4A41"/>
                </a:solidFill>
                <a:latin typeface="Plus Jakarta Sans"/>
              </a:rPr>
              <a:t>Borra Caves, Araku Valley, Ananthagiri Plantations, and Katiki Waterfalls</a:t>
            </a:r>
            <a:r>
              <a:rPr sz="1275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4063305"/>
            <a:ext cx="54768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D4A41"/>
                </a:solidFill>
                <a:latin typeface="Plus Jakarta Sans"/>
              </a:rPr>
              <a:t>Each destination card provides high-resolution visuals, key location highlights, and instant Google Maps directions.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89753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248025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3470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2138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Tribal Culture &amp; 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51653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Preserving Indigenous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878484"/>
            <a:ext cx="6460331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Dedicated cultural section showcasing traditional </a:t>
            </a:r>
            <a:r>
              <a:rPr sz="1200" b="1" i="0" u="none">
                <a:solidFill>
                  <a:srgbClr val="3D4A41"/>
                </a:solidFill>
                <a:latin typeface="Plus Jakarta Sans"/>
              </a:rPr>
              <a:t>Dhimsa Folk Dance</a:t>
            </a:r>
            <a:r>
              <a:rPr sz="1200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22897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Highlights community rituals, tribal musical instruments, and traditional attire.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81565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Integrated video links for immersive digital viewing of community celebrations.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40233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authentic cultural appreciation for indigenous Eastern Ghats tribes.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89753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484215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83470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42138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Authentic Tribal Delicacies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516534"/>
            <a:ext cx="5905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Local Culinary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87848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Features famous local delicacies including organic </a:t>
            </a:r>
            <a:r>
              <a:rPr sz="1200" b="1" i="0" u="none">
                <a:solidFill>
                  <a:srgbClr val="3D4A41"/>
                </a:solidFill>
                <a:latin typeface="Plus Jakarta Sans"/>
              </a:rPr>
              <a:t>Araku Bamboo Chicken</a:t>
            </a:r>
            <a:r>
              <a:rPr sz="1200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465165"/>
            <a:ext cx="5638800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healthy millet-based traditional tribal recipes and dishes.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81565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Highlights globally renowned organic Araku hill coffee plantations and products.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40233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Connects visitors directly to local tribal food hubs and authentic culinary spots.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77951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66194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95287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3955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Coffee &amp; Ecotourism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39851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Araku Organic Coffee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76046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Showcases organic coffee plantations cultivated by indigenous tribal farmers.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34714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Provides location guidance for visiting coffee museums and tasting centers.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93382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Supports local tribal economy through direct sustainable ecotourism promotion.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52050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Integrates eco-friendly travel tips and conservation awareness for visitors.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" y="-9144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386137" y="2482155"/>
            <a:ext cx="5419725" cy="523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362" y="2672655"/>
            <a:ext cx="1905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428625"/>
            <a:ext cx="9525000" cy="2577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1" u="none">
                <a:solidFill>
                  <a:srgbClr val="2D5A44"/>
                </a:solidFill>
                <a:latin typeface="Plus Jakarta Sans"/>
              </a:rPr>
              <a:t>“Explore nature. Experience culture. Discover Araku tribal tourism.”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4434" y="803529"/>
            <a:ext cx="2523127" cy="6694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350" b="1" i="0" u="none" dirty="0">
                <a:solidFill>
                  <a:srgbClr val="1B382B"/>
                </a:solidFill>
                <a:latin typeface="Outfit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771650"/>
            <a:ext cx="9525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Adivasi Tribal Trails successfully transforms tourism information into an interactive, modern digital portal—empowering local tribal communities and guiding tourists effortlessly.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5371" y="2634555"/>
            <a:ext cx="624125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B382B"/>
                </a:solidFill>
                <a:latin typeface="Plus Jakarta Sans"/>
              </a:rPr>
              <a:t>Alluri Sitharama Raju District • Digital Tribal Tourism Project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2331-024B-F355-805C-1A0DDAE48519}"/>
              </a:ext>
            </a:extLst>
          </p:cNvPr>
          <p:cNvSpPr txBox="1"/>
          <p:nvPr/>
        </p:nvSpPr>
        <p:spPr>
          <a:xfrm>
            <a:off x="6590538" y="5414248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2"/>
              </a:rPr>
              <a:t>CLICK HERE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7EF63-92DB-FDCB-7F96-0FFA4E70CA29}"/>
              </a:ext>
            </a:extLst>
          </p:cNvPr>
          <p:cNvSpPr txBox="1"/>
          <p:nvPr/>
        </p:nvSpPr>
        <p:spPr>
          <a:xfrm>
            <a:off x="2975371" y="3694176"/>
            <a:ext cx="6863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8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52600" y="1828800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52600" y="2600325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52600" y="3371850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52600" y="4143375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2600" y="259080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52600" y="259080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52600" y="336232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52600" y="336232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52600" y="413385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52600" y="413385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52600" y="490537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2600" y="490537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7167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74320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3514725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4286250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5057775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Image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7975" y="197197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https://www.trawell.in/admin/images/upload/249844919BorraCaves_Main.jpg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7975" y="221143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www.trawell.in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7975" y="2743497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http://www.trawell.in/admin/images/upload/249844317KatikiFalls_Main.jpg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7975" y="2982962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www.trawell.in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7975" y="351502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https://i.ytimg.com/vi/rqPjSvMX9uQ/maxresdefault.jpg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7975" y="375448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www.youtube.com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7975" y="4286547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http://desitraveler.com/wp-content/uploads/2013/06/Bamboo-Chicken-Araku-in-the-Bamboo.jpg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7975" y="4526012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desitraveler.com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7975" y="505807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https://images.travelandleisureasia.com/wp-content/uploads/sites/2/2023/05/15224353/Featured-Inside-21-1600x900.jpg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7975" y="529753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www.travelandleisureasia.com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649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Calibri</vt:lpstr>
      <vt:lpstr>Plus Jakarta Sans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Ganii S</dc:creator>
  <cp:keywords/>
  <dc:description>generated using python-pptx</dc:description>
  <cp:lastModifiedBy>Ganii S</cp:lastModifiedBy>
  <cp:revision>4</cp:revision>
  <dcterms:created xsi:type="dcterms:W3CDTF">2013-01-27T09:14:16Z</dcterms:created>
  <dcterms:modified xsi:type="dcterms:W3CDTF">2026-09-26T13:02:52Z</dcterms:modified>
  <cp:category/>
</cp:coreProperties>
</file>